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61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22C55E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589520" y="-274320"/>
            <a:ext cx="1645920" cy="16459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931920" y="411480"/>
            <a:ext cx="1280160" cy="1280160"/>
          </a:xfrm>
          <a:prstGeom prst="ellipse">
            <a:avLst/>
          </a:prstGeom>
          <a:solidFill>
            <a:srgbClr val="22C55E"/>
          </a:solidFill>
          <a:ln w="381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931920" y="411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PlantAI</a:t>
            </a:r>
            <a:endParaRPr lang="en-US" sz="8200" dirty="0"/>
          </a:p>
        </p:txBody>
      </p:sp>
      <p:sp>
        <p:nvSpPr>
          <p:cNvPr id="9" name="Shape 7"/>
          <p:cNvSpPr/>
          <p:nvPr/>
        </p:nvSpPr>
        <p:spPr>
          <a:xfrm>
            <a:off x="2560320" y="2761488"/>
            <a:ext cx="402336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Intelligente des Maladies des Plantes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3547872"/>
            <a:ext cx="1261872" cy="301752"/>
          </a:xfrm>
          <a:prstGeom prst="rect">
            <a:avLst/>
          </a:prstGeom>
          <a:solidFill>
            <a:srgbClr val="1E3A2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97280" y="354787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ESP32-CAM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3547872"/>
            <a:ext cx="1261872" cy="301752"/>
          </a:xfrm>
          <a:prstGeom prst="rect">
            <a:avLst/>
          </a:prstGeom>
          <a:solidFill>
            <a:srgbClr val="1E3A2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514600" y="354787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YOLOv8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0" y="3547872"/>
            <a:ext cx="1261872" cy="301752"/>
          </a:xfrm>
          <a:prstGeom prst="rect">
            <a:avLst/>
          </a:prstGeom>
          <a:solidFill>
            <a:srgbClr val="1E3A2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931920" y="354787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Flask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3547872"/>
            <a:ext cx="1261872" cy="301752"/>
          </a:xfrm>
          <a:prstGeom prst="rect">
            <a:avLst/>
          </a:prstGeom>
          <a:solidFill>
            <a:srgbClr val="1E3A2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349240" y="354787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React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3547872"/>
            <a:ext cx="1261872" cy="301752"/>
          </a:xfrm>
          <a:prstGeom prst="rect">
            <a:avLst/>
          </a:prstGeom>
          <a:solidFill>
            <a:srgbClr val="1E3A2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66560" y="354787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MongoDB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2245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Projet Tutore 2026  |  Groupe IoT PlantAI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Intelligence Artificielle au Service de l'Agriculture  | 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Presentation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9692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Contexte &amp; Problematique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Enjeux agricoles mondiaux et besoin de detection intelligente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618488"/>
            <a:ext cx="77724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47472" y="182880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7922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Notre Solution PlantAI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Architecture complete et fonctionnalites du systeme IoT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441448"/>
            <a:ext cx="77724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47472" y="265176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4747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Stack Technologique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907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ESP32-CAM, YOLOv8, Flask, React, MongoDB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3264408"/>
            <a:ext cx="77724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47472" y="347472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47472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4381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Interface Utilisateur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730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Dashboard temps reel, Analyse IA, Historique, Statistiques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4087368"/>
            <a:ext cx="77724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429768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2611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Notre Equipe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5537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Membres du groupe, roles et contributions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|  Contexte &amp; Problematique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Le Defi Agricole Mondial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" y="146304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Les maladies des plantes causent 10 a 16 % des pertes agricoles mondiales chaque annee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221284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21214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Le diagnostic visuel manuel est lent, couteux et soumis aux erreurs humaines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96265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28712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Les agriculteurs manquent d'outils intelligents accessibles et connectes en temps reel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3712464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85800" y="362102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La detection precoce permet de reduire les pertes jusqu'a 80 % grace a une intervention rapide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960120"/>
            <a:ext cx="38404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937760" y="960120"/>
            <a:ext cx="64008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38928" y="10515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800M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138928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personnes en insecurite alimentaire dans le monde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331720"/>
            <a:ext cx="38404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937760" y="233172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38928" y="24231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138928" y="3081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des recoltes mondiales perdues aux maladies chaque annee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3703320"/>
            <a:ext cx="38404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937760" y="3703320"/>
            <a:ext cx="64008" cy="1188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138928" y="37947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138928" y="4453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classes de maladies detectables par notre modele PlantAI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|  Notre Solution PlantAI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PlantAI combine l'IoT physique, la vision par ordinateur et un dashboard analytique pour surveiller les plantes en temps reel.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20624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21208" y="1600200"/>
            <a:ext cx="621792" cy="62179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21208" y="16002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Detection par 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Modele YOLOv8/CNN entraine sur PlantVillage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38 classes, 14 especes, precision &gt; 90%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42062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001768" y="1600200"/>
            <a:ext cx="621792" cy="62179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01768" y="16002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Capteurs Temps Reel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19476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ESP32-CAM avec 4 capteurs integres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Temperature, humidite sol/air, luminosite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36392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3136392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21208" y="3319272"/>
            <a:ext cx="621792" cy="6217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21208" y="3319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33009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Historique Persistant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66674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Stockage MongoDB de toutes les analyses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Rapports PDF complets exportables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136392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00600" y="3136392"/>
            <a:ext cx="420624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001768" y="3319272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01768" y="33192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3009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Interface Analytique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366674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Dashboard React avec graphiques temps reel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Mode sombre, alertes critiques, palette cmd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|  Architecture Systeme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325880"/>
            <a:ext cx="1508760" cy="1005840"/>
          </a:xfrm>
          <a:prstGeom prst="rect">
            <a:avLst/>
          </a:prstGeom>
          <a:solidFill>
            <a:srgbClr val="152033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01168" y="1325880"/>
            <a:ext cx="150876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01168" y="1435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ESP32-CAM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Capture + 4 Capteurs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19072" y="18288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984248" y="1325880"/>
            <a:ext cx="1508760" cy="1005840"/>
          </a:xfrm>
          <a:prstGeom prst="rect">
            <a:avLst/>
          </a:prstGeom>
          <a:solidFill>
            <a:srgbClr val="152033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984248" y="1325880"/>
            <a:ext cx="150876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984248" y="1435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Wi-Fi / HTTP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84248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POST /api/predict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02152" y="18288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767328" y="1325880"/>
            <a:ext cx="1508760" cy="1005840"/>
          </a:xfrm>
          <a:prstGeom prst="rect">
            <a:avLst/>
          </a:prstGeom>
          <a:solidFill>
            <a:srgbClr val="152033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767328" y="1325880"/>
            <a:ext cx="15087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767328" y="1435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Flask API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67328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Backend Python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85232" y="18288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550408" y="1325880"/>
            <a:ext cx="1508760" cy="1005840"/>
          </a:xfrm>
          <a:prstGeom prst="rect">
            <a:avLst/>
          </a:prstGeom>
          <a:solidFill>
            <a:srgbClr val="152033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550408" y="1325880"/>
            <a:ext cx="150876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550408" y="1435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YOLOv8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50408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Detection IA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68312" y="18288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333488" y="1325880"/>
            <a:ext cx="1508760" cy="1005840"/>
          </a:xfrm>
          <a:prstGeom prst="rect">
            <a:avLst/>
          </a:prstGeom>
          <a:solidFill>
            <a:srgbClr val="152033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333488" y="1325880"/>
            <a:ext cx="150876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333488" y="1435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Dashboard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33488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Interface Analytique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83080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</a:rPr>
              <a:t>Image + JSON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566160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</a:rPr>
              <a:t>POST HTTP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49240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</a:rPr>
              <a:t>Inference CNN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132320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</a:rPr>
              <a:t>JSON Result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550408" y="3017520"/>
            <a:ext cx="1508760" cy="868680"/>
          </a:xfrm>
          <a:prstGeom prst="rect">
            <a:avLst/>
          </a:prstGeom>
          <a:solidFill>
            <a:srgbClr val="152033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550408" y="301752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550408" y="31089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MongoDB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50408" y="34930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Persistance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4788" y="2331720"/>
            <a:ext cx="0" cy="6858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5550408" y="4005072"/>
            <a:ext cx="1508760" cy="713232"/>
          </a:xfrm>
          <a:prstGeom prst="rect">
            <a:avLst/>
          </a:prstGeom>
          <a:solidFill>
            <a:srgbClr val="152033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550408" y="40782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PlantVillage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50408" y="43159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54 306 images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38 classes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Flux physique → reseau → IA → interface : detection en moins de 2 secondes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|  Stack Technologique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83464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83464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93192" y="1078992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93192" y="1078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0607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ESP32-CAM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7316"/>
                </a:solidFill>
              </a:rPr>
              <a:t>Hardware IoT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Microcontroleur WiFi avec camera OV2640. Gere la capture d'images et les 4 capteurs (DHT22, hygrometre, LDR).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83464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83464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364992" y="1078992"/>
            <a:ext cx="566928" cy="5669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64992" y="1078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10607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YOLOv8 / CNN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1371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Intelligence Artificielle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1737360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Modele de detection entraine sur PlantVillage. 38 classes de maladies, precision &gt; 90%, inference en moins de 2 secondes.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914400"/>
            <a:ext cx="283464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72200" y="914400"/>
            <a:ext cx="28346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336792" y="1078992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336792" y="1078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10607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Flask + Python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1371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Backend API REST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0" y="1737360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Serveur Python avec CORS, routes /api/predict et /api/status. Gestion des uploads images jusqu'a 16 MB.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944368"/>
            <a:ext cx="283464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28600" y="2944368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93192" y="310896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93192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MongoDB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4015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Base de Donnees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3767328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NoSQL persistant pour stocker toutes les analyses, annotations et historique des sessions de surveillance.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2944368"/>
            <a:ext cx="283464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00400" y="2944368"/>
            <a:ext cx="28346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364992" y="310896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364992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23360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React 18 (CDN)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23360" y="34015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</a:rPr>
              <a:t>Frontend SPA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7560" y="3767328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Interface dynamique sans build. Chart.js pour graphiques temps reel, Three.js pour splash 3D, jsPDF pour export.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2944368"/>
            <a:ext cx="283464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172200" y="2944368"/>
            <a:ext cx="283464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336792" y="310896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336792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95160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CSS3 + jsPDF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95160" y="34015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</a:rPr>
              <a:t>Design &amp; Export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09360" y="3767328"/>
            <a:ext cx="2578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Animations CSS custom, mode sombre, palette de commandes, et generation de rapports PDF complets structure.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|  Interface — Tableau de Bord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438912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84048" y="1024128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94944" y="9875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PlantAI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55648" y="987552"/>
            <a:ext cx="1024128" cy="3200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828800" y="98755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Dashboard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35808" y="98755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Analyser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42816" y="98755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Historique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49824" y="98755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Statistiques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430768" y="1033272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430768" y="1033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81328"/>
            <a:ext cx="2057400" cy="10058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15544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PLANT HEALTH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Saine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" y="22311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</a:rPr>
              <a:t>Confiance 94%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450592" y="1481328"/>
            <a:ext cx="2057400" cy="100584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450592" y="15544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</a:rPr>
              <a:t>SOIL MOIST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50592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67%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50592" y="22311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</a:rPr>
              <a:t>Humidite optimale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26864" y="1481328"/>
            <a:ext cx="2057400" cy="1005840"/>
          </a:xfrm>
          <a:prstGeom prst="rect">
            <a:avLst/>
          </a:prstGeom>
          <a:solidFill>
            <a:srgbClr val="2A1A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626864" y="15544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</a:rPr>
              <a:t>TEMPERATURE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26864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24.1°C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26864" y="22311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</a:rPr>
              <a:t>Ideale — ESP32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803136" y="1481328"/>
            <a:ext cx="2057400" cy="1005840"/>
          </a:xfrm>
          <a:prstGeom prst="rect">
            <a:avLst/>
          </a:prstGeom>
          <a:solidFill>
            <a:srgbClr val="2A2A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803136" y="15544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</a:rPr>
              <a:t>LUMINOSITE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03136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73%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03136" y="22311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</a:rPr>
              <a:t>Ideale — Capteur LDR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4320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TENDANCES CAPTEURS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26334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475569"/>
                </a:solidFill>
              </a:rPr>
              <a:t>Mise a jour toutes les 2,5 secondes — Chart.js Live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907792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29809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Multi-Capteurs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3227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Live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84048" y="3776472"/>
            <a:ext cx="1828800" cy="22860"/>
          </a:xfrm>
          <a:prstGeom prst="rect">
            <a:avLst/>
          </a:prstGeom>
          <a:solidFill>
            <a:srgbClr val="22C55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1755648" y="3730752"/>
            <a:ext cx="73152" cy="7315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450592" y="2907792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450592" y="29809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Temperature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450592" y="3227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24.1°C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2560320" y="3776472"/>
            <a:ext cx="1828800" cy="2286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931920" y="3730752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626864" y="2907792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626864" y="29809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Humidite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26864" y="3227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</a:rPr>
              <a:t>62%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4736592" y="3776472"/>
            <a:ext cx="1828800" cy="2286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108192" y="3730752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803136" y="2907792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803136" y="29809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Sol Moist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03136" y="3227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67%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6912864" y="3776472"/>
            <a:ext cx="1828800" cy="22860"/>
          </a:xfrm>
          <a:prstGeom prst="rect">
            <a:avLst/>
          </a:prstGeom>
          <a:solidFill>
            <a:srgbClr val="22C55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8284464" y="3730752"/>
            <a:ext cx="73152" cy="7315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274320" y="41879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</a:rPr>
              <a:t>Graphiques Chart.js en temps reel  |  Mode sombre disponible  |  Export PDF integre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|  Module d'Analyse 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2578608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</a:rPr>
              <a:t>SOURCE DE L'IMAGE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29968" y="1389888"/>
            <a:ext cx="804672" cy="804672"/>
          </a:xfrm>
          <a:prstGeom prst="ellipse">
            <a:avLst/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029968" y="138988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IMG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677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Glissez-deposez ou cliquez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pour selectionner une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Formats : JPG  PNG  WEBP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1645920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Upload fichier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3090672"/>
            <a:ext cx="164592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331720" y="3090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ESP32-CAM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547872"/>
            <a:ext cx="411480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" y="3547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Lancer la detection 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133088" cy="370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09160" y="100584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DIAGNOSTIC 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261872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</a:rPr>
              <a:t>Modele YOLOv8 / ViT  —  Dataset PlantVillage 38 classes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64608" y="1572768"/>
            <a:ext cx="3822192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64608" y="1572768"/>
            <a:ext cx="3822192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64608" y="169164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Plante Saine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64608" y="204825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Tomate — Healthy (Tomato___healthy)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47488" y="2423160"/>
            <a:ext cx="3456432" cy="14630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047488" y="2423160"/>
            <a:ext cx="3246120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64608" y="260604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Confiance : 94.3 %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2907792"/>
            <a:ext cx="3822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</a:rPr>
              <a:t>Conseil : Votre plante est en excellente sante.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</a:rPr>
              <a:t>Continuez la surveillance reguliere des capteurs IoT.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47488" y="3611880"/>
            <a:ext cx="3456432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47488" y="361188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A34A"/>
                </a:solidFill>
              </a:rPr>
              <a:t>Sauvegarder  |  Annoter  |  Exporter PDF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|  Modele IA — YOLOv8 &amp; PlantVillage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1762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176272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</a:rPr>
              <a:t>PlantVillage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914400"/>
            <a:ext cx="21762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651760" y="914400"/>
            <a:ext cx="2176272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651760" y="102412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54 306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16642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Images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21762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194560"/>
            <a:ext cx="217627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" y="230428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38 maladies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" y="294436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Classes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2194560"/>
            <a:ext cx="21762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651760" y="2194560"/>
            <a:ext cx="2176272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651760" y="230428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14 plantes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651760" y="294436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Especes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74720"/>
            <a:ext cx="21762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2176272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0040" y="358444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</a:rPr>
              <a:t>&gt; 90%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0040" y="42245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Precision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3474720"/>
            <a:ext cx="21762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651760" y="3474720"/>
            <a:ext cx="2176272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651760" y="3584448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A5E9"/>
                </a:solidFill>
              </a:rPr>
              <a:t>&lt; 2 sec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651760" y="42245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Inference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4920" y="914400"/>
            <a:ext cx="3767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074920" y="100584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Pipeline de Detection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30368" y="1572768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23036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14416" y="14996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Acquisition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14416" y="17556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Capture via ESP32-CAM ou upload fichier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67528" y="1883664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230368" y="223113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230368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14416" y="21579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14416" y="24140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Redimensionnement 640x640, normalisation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67528" y="2542032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5230368" y="2889504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230368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14416" y="28163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Inference CNN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14416" y="30723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YOLOv8 analyse features visuelles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67528" y="3200400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5230368" y="3547872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230368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14416" y="34747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14416" y="3730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38 classes, calcul score de confiance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67528" y="385876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5230368" y="420624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230368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14416" y="4133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Diagnostic &amp; Save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14416" y="4389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Resultat + conseil + sauvegarde MongoDB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|  Capteurs IoT — ESP32-CAM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3520440" cy="374904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  <a:effectLst>
            <a:outerShdw blurRad="203200" dist="762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3520440" cy="640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325880" y="1143000"/>
            <a:ext cx="1389888" cy="1389888"/>
          </a:xfrm>
          <a:prstGeom prst="ellipse">
            <a:avLst/>
          </a:prstGeom>
          <a:solidFill>
            <a:srgbClr val="1A2030"/>
          </a:solidFill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ESP32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" y="26974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ESP32-CAM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3154680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Module WiFi + Camera OV2640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Transmission HTTP toutes les 2.5s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Firmware Arduino personnalise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4096512"/>
            <a:ext cx="3154680" cy="320040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8912" y="40965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Mise a jour toutes les 2,5 secondes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96512" y="914400"/>
            <a:ext cx="4773168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261104" y="109728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61104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92624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Temperature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2624" y="131673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DHT22 — Plage -40°C a +80°C, precision ±0.5°C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644384" y="98755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</a:rPr>
              <a:t>24.1°C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096512" y="1965960"/>
            <a:ext cx="4773168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261104" y="214884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261104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92624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Humidite Air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92624" y="23682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DHT22 — Precision ±2%, hygrometrie relative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44384" y="203911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62%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096512" y="3017520"/>
            <a:ext cx="4773168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261104" y="3200400"/>
            <a:ext cx="594360" cy="5943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261104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92624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Humidite Sol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92624" y="34198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Hygrometre — Capteur capacitif, mesure continue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644384" y="309067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67%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4096512" y="4069080"/>
            <a:ext cx="4773168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261104" y="425196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261104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92624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Luminosite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92624" y="44714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Capteur LDR — Lumiere ambiante, resistor photo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44384" y="41422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73%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|  Fonctionnalites Avancees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852928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64008" cy="1828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594360" cy="594360"/>
          </a:xfrm>
          <a:prstGeom prst="ellipse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PDF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70432" y="1078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Export PDF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Rapport complet : donnees capteurs, diagnostic IA, graphiques et historique d'analyse.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914400"/>
            <a:ext cx="2852928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27832" y="914400"/>
            <a:ext cx="64008" cy="1828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429000" y="1115568"/>
            <a:ext cx="594360" cy="59436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2900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ALT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42232" y="1078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Alertes Critiques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18013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Notifications automatiques lorsqu'une plante en etat critique est detectee en temps reel.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9632" y="914400"/>
            <a:ext cx="2852928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199632" y="914400"/>
            <a:ext cx="64008" cy="1828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400800" y="1115568"/>
            <a:ext cx="594360" cy="59436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</a:rPr>
              <a:t>DRK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114032" y="1078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Mode Sombre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18013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Interface adaptative (Ctrl+D), respectueuse des yeux, commutable en un raccourci.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07792"/>
            <a:ext cx="2852928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56032" y="2907792"/>
            <a:ext cx="64008" cy="18288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594360" cy="59436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</a:rPr>
              <a:t>CMD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70432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Palette Commandes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37947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Navigation rapide (Ctrl+K) pour acceder instantanement a toutes les fonctionnalites.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27832" y="2907792"/>
            <a:ext cx="2852928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27832" y="2907792"/>
            <a:ext cx="64008" cy="1828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429000" y="3108960"/>
            <a:ext cx="594360" cy="59436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4290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</a:rPr>
              <a:t>NOTE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142232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Annotations IA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429000" y="37947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Ajout de notes personnelles sur chaque analyse. Historique enrich et consultable.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9632" y="2907792"/>
            <a:ext cx="2852928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199632" y="2907792"/>
            <a:ext cx="64008" cy="18288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400800" y="3108960"/>
            <a:ext cx="594360" cy="59436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4008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</a:rPr>
              <a:t>STAT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114032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Historique &amp; Stats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00800" y="37947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Toutes les analyses conservees. Statistiques globales : saines, infectees, critiques.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|  Notre Equipe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4A3B8"/>
                </a:solidFill>
              </a:rPr>
              <a:t>Groupe IoT PlantAI — Projet Tutore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896112"/>
            <a:ext cx="2852928" cy="400507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203200" dist="762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2852928" cy="640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188720" y="1078992"/>
            <a:ext cx="877824" cy="8778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88720" y="1078992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" y="2048256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Backend &amp; 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" y="2523744"/>
            <a:ext cx="2212848" cy="18288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29768" y="2715768"/>
            <a:ext cx="256032" cy="256032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68096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Fatma Diba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" y="3127248"/>
            <a:ext cx="256032" cy="256032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68096" y="3063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Ndeye Maty Gueye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" y="3566160"/>
            <a:ext cx="2212848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01168" y="36118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Contributions 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" y="3968496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76656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Flask API REST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" y="4197096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76656" y="4123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Modele YOLOv8 / CNN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" y="4425696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76656" y="4352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Base MongoDB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" y="4654296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76656" y="4581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Integration PyTorch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91256" y="896112"/>
            <a:ext cx="2852928" cy="4005072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  <a:effectLst>
            <a:outerShdw blurRad="203200" dist="762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191256" y="896112"/>
            <a:ext cx="2852928" cy="640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178808" y="1078992"/>
            <a:ext cx="877824" cy="87782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178808" y="1078992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UI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191256" y="2048256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Frontend Web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511296" y="2523744"/>
            <a:ext cx="2212848" cy="18288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19856" y="2715768"/>
            <a:ext cx="256032" cy="256032"/>
          </a:xfrm>
          <a:prstGeom prst="ellipse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758184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Mourtalla LO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19856" y="3127248"/>
            <a:ext cx="256032" cy="256032"/>
          </a:xfrm>
          <a:prstGeom prst="ellipse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758184" y="3063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Habib Ly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11296" y="3566160"/>
            <a:ext cx="2212848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191256" y="36118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Contributions :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65576" y="3968496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666744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 React 18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65576" y="4197096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666744" y="4123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Graphiques Chart.js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65576" y="4425696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666744" y="4352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Three.js 3D &amp; jsPDF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65576" y="4654296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666744" y="4581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Mode sombre &amp; alertes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81344" y="896112"/>
            <a:ext cx="2852928" cy="4005072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  <a:effectLst>
            <a:outerShdw blurRad="203200" dist="762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181344" y="896112"/>
            <a:ext cx="2852928" cy="640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7168896" y="1078992"/>
            <a:ext cx="877824" cy="87782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7168896" y="1078992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UX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181344" y="2048256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</a:rPr>
              <a:t>Design &amp; Maquette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501384" y="2523744"/>
            <a:ext cx="2212848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409944" y="2715768"/>
            <a:ext cx="256032" cy="256032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748272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Sokhna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09944" y="3127248"/>
            <a:ext cx="256032" cy="256032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748272" y="3063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Mame Fama Diagne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501384" y="3566160"/>
            <a:ext cx="2212848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6181344" y="36118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Contributions :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55664" y="3968496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6656832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Maquettes UI/UX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55664" y="4197096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6656832" y="4123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Wireframes complets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55664" y="4425696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6656832" y="4352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Charte graphique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55664" y="4654296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6656832" y="4581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Design system PlantAI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286000"/>
            <a:ext cx="3200400" cy="32004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!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A3B8"/>
                </a:solidFill>
              </a:rPr>
              <a:t>Conclusion &amp; Perspectives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1993392"/>
            <a:ext cx="457200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4041648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041648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223113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Ce que nous avons realise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49808" y="269748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Detection IA de 38 classes de maladies vegetales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49808" y="3191256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Integration IoT complete avec capteurs physiques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77647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49808" y="368503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Interface analytique temps reel avec graphiques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27024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49808" y="417880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Export PDF, alertes critiques, historique persistant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148840"/>
            <a:ext cx="4041648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46320" y="2148840"/>
            <a:ext cx="4041648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46320" y="223113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Perspectives &amp; Evolutions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78892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321808" y="269748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Irrigation automatique par sondes connectees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328269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321808" y="3191256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Application mobile Android / iOS native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0" y="377647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321808" y="368503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Deploiement cloud (Heroku, AWS, Supabase)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427024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321808" y="417880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Extension a de nouvelles especes vegetales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PlantAI v2.0  |  Groupe IoT PlantAI  |  ESP32-CAM · YOLOv8 · Flask · React · MongoDB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1104</Words>
  <Application>Microsoft Office PowerPoint</Application>
  <PresentationFormat>On-screen Show (16:9)</PresentationFormat>
  <Paragraphs>276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PlantAI — Detection Intelligente des Maladies des Plantes</dc:title>
  <dc:subject>PptxGenJS Presentation</dc:subject>
  <dc:creator>Groupe IoT PlantAI</dc:creator>
  <cp:lastModifiedBy>Mourtalla Lo</cp:lastModifiedBy>
  <cp:revision>1</cp:revision>
  <dcterms:created xsi:type="dcterms:W3CDTF">2026-05-04T23:12:18Z</dcterms:created>
  <dcterms:modified xsi:type="dcterms:W3CDTF">2026-05-04T23:20:22Z</dcterms:modified>
</cp:coreProperties>
</file>